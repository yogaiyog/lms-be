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7bcc41c1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" name="Google Shape;28;g3f7bcc41c1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g3f7bcc41c1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4D8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4D8F"/>
                </a:solidFill>
                <a:latin typeface="Calibri"/>
                <a:ea typeface="Calibri"/>
                <a:cs typeface="Calibri"/>
                <a:sym typeface="Calibri"/>
              </a:rPr>
              <a:t>CERTIFICATE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This is to certify that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DB5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2D6DB5"/>
                </a:solidFill>
                <a:latin typeface="Calibri"/>
                <a:ea typeface="Calibri"/>
                <a:cs typeface="Calibri"/>
                <a:sym typeface="Calibri"/>
              </a:rPr>
              <a:t>Yoga Adi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has successfully completed the course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JavaScript Fundamentals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57200" y="39319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Date: 7 July 2026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57200" y="43891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Certificate No: JTC-2026-0001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4572000" y="39319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Instructor: John Doe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572000" y="43891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Grade: {{GRADE}}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