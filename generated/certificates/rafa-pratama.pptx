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7bcc41c1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3f7bcc41c1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f7bcc41c1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 standalone="yes"?>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<p:cSld><p:bg><p:bgPr><a:blipFill><a:blip r:embed="rId3"><a:alphaModFix/></a:blip><a:stretch><a:fillRect/></a:stretch></a:blipFill></p:bgPr></p:bg><p:spTree><p:nvGrpSpPr><p:cNvPr id="16" name="Shape 16"/><p:cNvGrpSpPr/><p:nvPr/></p:nvGrpSpPr><p:grpSpPr><a:xfrm><a:off x="0" y="0"/><a:ext cx="0" cy="0"/><a:chOff x="0" y="0"/><a:chExt cx="0" cy="0"/></a:xfrm></p:grpSpPr><p:sp><p:nvSpPr><p:cNvPr id="17" name="Google Shape;17;p4"/><p:cNvSpPr/><p:nvPr/></p:nvSpPr><p:spPr><a:xfrm><a:off x="457200" y="274320"/><a:ext cx="8229600" cy="914400"/></a:xfrm><a:prstGeom prst="rect"><a:avLst/></a:prstGeom><a:noFill/><a:ln><a:noFill/></a:ln></p:spPr><p:txBody><a:bodyPr anchorCtr="0" anchor="ctr" bIns="45700" lIns="91425" spcFirstLastPara="1" rIns="91425" wrap="square" tIns="45700"><a:noAutofit/></a:bodyPr><a:lstStyle/><a:p><a:pPr indent="0" lvl="0" marL="0" marR="0" rtl="0" algn="ctr"><a:spcBef><a:spcPts val="0"/></a:spcBef><a:spcAft><a:spcPts val="0"/></a:spcAft><a:buClr><a:srgbClr val="1A4D8F"/></a:buClr><a:buSzPts val="3600"/><a:buFont typeface="Calibri"/><a:buNone/></a:pPr><a:r><a:rPr b="1" i="0" lang="en-US" sz="3600" u="none" cap="none" strike="noStrike"><a:solidFill><a:srgbClr val="1A4D8F"/></a:solidFill><a:latin typeface="Calibri"/><a:ea typeface="Calibri"/><a:cs typeface="Calibri"/><a:sym typeface="Calibri"/></a:rPr><a:t>CERTIFICATE</a:t></a:r><a:endParaRPr b="0" i="0" sz="3600" u="none" cap="none" strike="noStrike"><a:solidFill><a:schemeClr val="dk1"/></a:solidFill><a:latin typeface="Calibri"/><a:ea typeface="Calibri"/><a:cs typeface="Calibri"/><a:sym typeface="Calibri"/></a:endParaRPr></a:p></p:txBody></p:sp><p:sp><p:nvSpPr><p:cNvPr id="18" name="Google Shape;18;p4"/><p:cNvSpPr/><p:nvPr/></p:nvSpPr><p:spPr><a:xfrm><a:off x="457200" y="1188720"/><a:ext cx="8229600" cy="457200"/></a:xfrm><a:prstGeom prst="rect"><a:avLst/></a:prstGeom><a:noFill/><a:ln><a:noFill/></a:ln></p:spPr><p:txBody><a:bodyPr anchorCtr="0" anchor="ctr" bIns="45700" lIns="91425" spcFirstLastPara="1" rIns="91425" wrap="square" tIns="45700"><a:noAutofit/></a:bodyPr><a:lstStyle/><a:p><a:pPr indent="0" lvl="0" marL="0" marR="0" rtl="0" algn="ctr"><a:spcBef><a:spcPts val="0"/></a:spcBef><a:spcAft><a:spcPts val="0"/></a:spcAft><a:buClr><a:srgbClr val="666666"/></a:buClr><a:buSzPts val="1400"/><a:buFont typeface="Calibri"/><a:buNone/></a:pPr><a:r><a:rPr b="0" i="0" lang="en-US" sz="1400" u="none" cap="none" strike="noStrike"><a:solidFill><a:srgbClr val="666666"/></a:solidFill><a:latin typeface="Calibri"/><a:ea typeface="Calibri"/><a:cs typeface="Calibri"/><a:sym typeface="Calibri"/></a:rPr><a:t>This is to certify that</a:t></a:r><a:endParaRPr b="0" i="0" sz="1400" u="none" cap="none" strike="noStrike"><a:solidFill><a:schemeClr val="dk1"/></a:solidFill><a:latin typeface="Calibri"/><a:ea typeface="Calibri"/><a:cs typeface="Calibri"/><a:sym typeface="Calibri"/></a:endParaRPr></a:p></p:txBody></p:sp><p:sp><p:nvSpPr><p:cNvPr id="19" name="Google Shape;19;p4"/><p:cNvSpPr/><p:nvPr/></p:nvSpPr><p:spPr><a:xfrm><a:off x="457200" y="1645920"/><a:ext cx="8229600" cy="914400"/></a:xfrm><a:prstGeom prst="rect"><a:avLst/></a:prstGeom><a:noFill/><a:ln><a:noFill/></a:ln></p:spPr><p:txBody><a:bodyPr anchorCtr="0" anchor="ctr" bIns="45700" lIns="91425" spcFirstLastPara="1" rIns="91425" wrap="square" tIns="45700"><a:noAutofit/></a:bodyPr><a:lstStyle/><a:p><a:pPr indent="0" lvl="0" marL="0" marR="0" rtl="0" algn="ctr"><a:spcBef><a:spcPts val="0"/></a:spcBef><a:spcAft><a:spcPts val="0"/></a:spcAft><a:buClr><a:srgbClr val="2D6DB5"/></a:buClr><a:buSzPts val="3200"/><a:buFont typeface="Calibri"/><a:buNone/></a:pPr><a:r><a:rPr b="1" i="0" lang="en-US" sz="3200" u="none" cap="none" strike="noStrike"><a:solidFill><a:srgbClr val="2D6DB5"/></a:solidFill><a:latin typeface="Calibri"/><a:ea typeface="Calibri"/><a:cs typeface="Calibri"/><a:sym typeface="Calibri"/></a:rPr><a:t>Rafa Pratama</a:t></a:r><a:endParaRPr b="0" i="0" sz="3200" u="none" cap="none" strike="noStrike"><a:solidFill><a:schemeClr val="dk1"/></a:solidFill><a:latin typeface="Calibri"/><a:ea typeface="Calibri"/><a:cs typeface="Calibri"/><a:sym typeface="Calibri"/></a:endParaRPr></a:p></p:txBody></p:sp><p:sp><p:nvSpPr><p:cNvPr id="20" name="Google Shape;20;p4"/><p:cNvSpPr/><p:nvPr/></p:nvSpPr><p:spPr><a:xfrm><a:off x="457200" y="2560320"/><a:ext cx="8229600" cy="457200"/></a:xfrm><a:prstGeom prst="rect"><a:avLst/></a:prstGeom><a:noFill/><a:ln><a:noFill/></a:ln></p:spPr><p:txBody><a:bodyPr anchorCtr="0" anchor="ctr" bIns="45700" lIns="91425" spcFirstLastPara="1" rIns="91425" wrap="square" tIns="45700"><a:noAutofit/></a:bodyPr><a:lstStyle/><a:p><a:pPr indent="0" lvl="0" marL="0" marR="0" rtl="0" algn="ctr"><a:spcBef><a:spcPts val="0"/></a:spcBef><a:spcAft><a:spcPts val="0"/></a:spcAft><a:buClr><a:srgbClr val="666666"/></a:buClr><a:buSzPts val="1400"/><a:buFont typeface="Calibri"/><a:buNone/></a:pPr><a:r><a:rPr b="0" i="0" lang="en-US" sz="1400" u="none" cap="none" strike="noStrike"><a:solidFill><a:srgbClr val="666666"/></a:solidFill><a:latin typeface="Calibri"/><a:ea typeface="Calibri"/><a:cs typeface="Calibri"/><a:sym typeface="Calibri"/></a:rPr><a:t>has successfully completed the course</a:t></a:r><a:endParaRPr b="0" i="0" sz="1400" u="none" cap="none" strike="noStrike"><a:solidFill><a:schemeClr val="dk1"/></a:solidFill><a:latin typeface="Calibri"/><a:ea typeface="Calibri"/><a:cs typeface="Calibri"/><a:sym typeface="Calibri"/></a:endParaRPr></a:p></p:txBody></p:sp><p:sp><p:nvSpPr><p:cNvPr id="21" name="Google Shape;21;p4"/><p:cNvSpPr/><p:nvPr/></p:nvSpPr><p:spPr><a:xfrm><a:off x="457200" y="3017520"/><a:ext cx="8229600" cy="731520"/></a:xfrm><a:prstGeom prst="rect"><a:avLst/></a:prstGeom><a:noFill/><a:ln><a:noFill/></a:ln></p:spPr><p:txBody><a:bodyPr anchorCtr="0" anchor="ctr" bIns="45700" lIns="91425" spcFirstLastPara="1" rIns="91425" wrap="square" tIns="45700"><a:noAutofit/></a:bodyPr><a:lstStyle/><a:p><a:pPr indent="0" lvl="0" marL="0" marR="0" rtl="0" algn="ctr"><a:spcBef><a:spcPts val="0"/></a:spcBef><a:spcAft><a:spcPts val="0"/></a:spcAft><a:buClr><a:srgbClr val="333333"/></a:buClr><a:buSzPts val="2400"/><a:buFont typeface="Calibri"/><a:buNone/></a:pPr><a:r><a:rPr b="1" i="0" lang="en-US" sz="2400" u="none" cap="none" strike="noStrike"><a:solidFill><a:srgbClr val="333333"/></a:solidFill><a:latin typeface="Calibri"/><a:ea typeface="Calibri"/><a:cs typeface="Calibri"/><a:sym typeface="Calibri"/></a:rPr><a:t>Design & Kreativitas</a:t></a:r><a:endParaRPr b="0" i="0" sz="2400" u="none" cap="none" strike="noStrike"><a:solidFill><a:schemeClr val="dk1"/></a:solidFill><a:latin typeface="Calibri"/><a:ea typeface="Calibri"/><a:cs typeface="Calibri"/><a:sym typeface="Calibri"/></a:endParaRPr></a:p></p:txBody></p:sp><p:sp><p:nvSpPr><p:cNvPr id="22" name="Google Shape;22;p4"/><p:cNvSpPr/><p:nvPr/></p:nvSpPr><p:spPr><a:xfrm><a:off x="457200" y="3931920"/><a:ext cx="4114800" cy="457200"/></a:xfrm><a:prstGeom prst="rect"><a:avLst/></a:prstGeom><a:noFill/><a:ln><a:noFill/></a:ln></p:spPr><p:txBody><a:bodyPr anchorCtr="0" anchor="ctr" bIns="45700" lIns="91425" spcFirstLastPara="1" rIns="91425" wrap="square" tIns="45700"><a:noAutofit/></a:bodyPr><a:lstStyle/><a:p><a:pPr indent="0" lvl="0" marL="0" marR="0" rtl="0" algn="l"><a:spcBef><a:spcPts val="0"/></a:spcBef><a:spcAft><a:spcPts val="0"/></a:spcAft><a:buClr><a:srgbClr val="888888"/></a:buClr><a:buSzPts val="1200"/><a:buFont typeface="Calibri"/><a:buNone/></a:pPr><a:r><a:rPr b="1" i="0" lang="en-US" sz="1200" u="none" cap="none" strike="noStrike"><a:solidFill><a:srgbClr val="888888"/></a:solidFill><a:latin typeface="Calibri"/><a:ea typeface="Calibri"/><a:cs typeface="Calibri"/><a:sym typeface="Calibri"/></a:rPr><a:t>Date: 2026-07-08T08:06:02.535Z</a:t></a:r><a:endParaRPr b="1" i="0" sz="1200" u="none" cap="none" strike="noStrike"><a:solidFill><a:schemeClr val="dk1"/></a:solidFill><a:latin typeface="Calibri"/><a:ea typeface="Calibri"/><a:cs typeface="Calibri"/><a:sym typeface="Calibri"/></a:endParaRPr></a:p></p:txBody></p:sp><p:sp><p:nvSpPr><p:cNvPr id="23" name="Google Shape;23;p4"/><p:cNvSpPr/><p:nvPr/></p:nvSpPr><p:spPr><a:xfrm><a:off x="457200" y="4389120"/><a:ext cx="4114800" cy="457200"/></a:xfrm><a:prstGeom prst="rect"><a:avLst/></a:prstGeom><a:noFill/><a:ln><a:noFill/></a:ln></p:spPr><p:txBody><a:bodyPr anchorCtr="0" anchor="ctr" bIns="45700" lIns="91425" spcFirstLastPara="1" rIns="91425" wrap="square" tIns="45700"><a:noAutofit/></a:bodyPr><a:lstStyle/><a:p><a:pPr indent="0" lvl="0" marL="0" marR="0" rtl="0" algn="l"><a:spcBef><a:spcPts val="0"/></a:spcBef><a:spcAft><a:spcPts val="0"/></a:spcAft><a:buClr><a:srgbClr val="888888"/></a:buClr><a:buSzPts val="1200"/><a:buFont typeface="Calibri"/><a:buNone/></a:pPr><a:r><a:rPr b="1" i="0" lang="en-US" sz="1200" u="none" cap="none" strike="noStrike"><a:solidFill><a:srgbClr val="888888"/></a:solidFill><a:latin typeface="Calibri"/><a:ea typeface="Calibri"/><a:cs typeface="Calibri"/><a:sym typeface="Calibri"/></a:rPr><a:t>Certificate No: CERT-1783497962535</a:t></a:r><a:endParaRPr b="1" i="0" sz="1200" u="none" cap="none" strike="noStrike"><a:solidFill><a:schemeClr val="dk1"/></a:solidFill><a:latin typeface="Calibri"/><a:ea typeface="Calibri"/><a:cs typeface="Calibri"/><a:sym typeface="Calibri"/></a:endParaRPr></a:p></p:txBody></p:sp><p:sp><p:nvSpPr><p:cNvPr id="24" name="Google Shape;24;p4"/><p:cNvSpPr/><p:nvPr/></p:nvSpPr><p:spPr><a:xfrm><a:off x="4572000" y="3931920"/><a:ext cx="4114800" cy="457200"/></a:xfrm><a:prstGeom prst="rect"><a:avLst/></a:prstGeom><a:noFill/><a:ln><a:noFill/></a:ln></p:spPr><p:txBody><a:bodyPr anchorCtr="0" anchor="ctr" bIns="45700" lIns="91425" spcFirstLastPara="1" rIns="91425" wrap="square" tIns="45700"><a:noAutofit/></a:bodyPr><a:lstStyle/><a:p><a:pPr indent="0" lvl="0" marL="0" marR="0" rtl="0" algn="l"><a:spcBef><a:spcPts val="0"/></a:spcBef><a:spcAft><a:spcPts val="0"/></a:spcAft><a:buClr><a:srgbClr val="888888"/></a:buClr><a:buSzPts val="1200"/><a:buFont typeface="Calibri"/><a:buNone/></a:pPr><a:r><a:rPr b="1" i="0" lang="en-US" sz="1200" u="none" cap="none" strike="noStrike"><a:solidFill><a:srgbClr val="888888"/></a:solidFill><a:latin typeface="Calibri"/><a:ea typeface="Calibri"/><a:cs typeface="Calibri"/><a:sym typeface="Calibri"/></a:rPr><a:t>Instructor: Tutor</a:t></a:r><a:endParaRPr b="1" i="0" sz="1200" u="none" cap="none" strike="noStrike"><a:solidFill><a:schemeClr val="dk1"/></a:solidFill><a:latin typeface="Calibri"/><a:ea typeface="Calibri"/><a:cs typeface="Calibri"/><a:sym typeface="Calibri"/></a:endParaRPr></a:p></p:txBody></p:sp><p:sp><p:nvSpPr><p:cNvPr id="25" name="Google Shape;25;p4"/><p:cNvSpPr/><p:nvPr/></p:nvSpPr><p:spPr><a:xfrm><a:off x="4572000" y="4389120"/><a:ext cx="4114800" cy="457200"/></a:xfrm><a:prstGeom prst="rect"><a:avLst/></a:prstGeom><a:noFill/><a:ln><a:noFill/></a:ln></p:spPr><p:txBody><a:bodyPr anchorCtr="0" anchor="ctr" bIns="45700" lIns="91425" spcFirstLastPara="1" rIns="91425" wrap="square" tIns="45700"><a:noAutofit/></a:bodyPr><a:lstStyle/><a:p><a:pPr indent="0" lvl="0" marL="0" marR="0" rtl="0" algn="l"><a:spcBef><a:spcPts val="0"/></a:spcBef><a:spcAft><a:spcPts val="0"/></a:spcAft><a:buClr><a:srgbClr val="888888"/></a:buClr><a:buSzPts val="1200"/><a:buFont typeface="Calibri"/><a:buNone/></a:pPr><a:r><a:rPr b="1" i="0" lang="en-US" sz="1200" u="none" cap="none" strike="noStrike"><a:solidFill><a:srgbClr val="888888"/></a:solidFill><a:latin typeface="Calibri"/><a:ea typeface="Calibri"/><a:cs typeface="Calibri"/><a:sym typeface="Calibri"/></a:rPr><a:t>Grade: {{GRADE}}</a:t></a:r><a:endParaRPr b="1" i="0" sz="1200" u="none" cap="none" strike="noStrike"><a:solidFill><a:schemeClr val="dk1"/></a:solidFill><a:latin typeface="Calibri"/><a:ea typeface="Calibri"/><a:cs typeface="Calibri"/><a:sym typeface="Calibri"/></a:endParaRPr></a:p></p:txBody></p:sp></p:spTree></p:cSld><p:clrMapOvr><a:masterClrMapping/></p:clrMapOvr>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