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r:id="rId7-created" id="25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-created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7bcc41c1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3f7bcc41c1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f7bcc41c1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4D8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4D8F"/>
                </a:solidFill>
                <a:latin typeface="Calibri"/>
                <a:ea typeface="Calibri"/>
                <a:cs typeface="Calibri"/>
                <a:sym typeface="Calibri"/>
              </a:rPr>
              <a:t>CERTIFICATE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This is to certify that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DB5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D6DB5"/>
                </a:solidFill>
                <a:latin typeface="Calibri"/>
                <a:ea typeface="Calibri"/>
                <a:cs typeface="Calibri"/>
                <a:sym typeface="Calibri"/>
              </a:rPr>
              <a:t>{{NAME}}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has successfully completed the course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{{COURSE}}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57200" y="39319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Date: {{DATE}}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57200" y="43891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Certificate No: {{CERTIFICATE_NUMBER}}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572000" y="39319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 {{INSTRUCTOR}}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572000" y="43891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Grade: {{GRADE}}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4D8F"/>
                </a:solidFill>
              </a:rPr>
              <a:t>CERTIFICATE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This is to certify that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6DB5"/>
                </a:solidFill>
              </a:rPr>
              <a:t>Test Student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has successfully completed the course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Test Course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Date: </a:t>
            </a:r>
            <a:r>
              <a:rPr lang="en-US" sz="1200" dirty="0">
                <a:solidFill>
                  <a:srgbClr val="888888"/>
                </a:solidFill>
              </a:rPr>
              <a:t>7 July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Certificate No: </a:t>
            </a:r>
            <a:r>
              <a:rPr lang="en-US" sz="1200" dirty="0">
                <a:solidFill>
                  <a:srgbClr val="888888"/>
                </a:solidFill>
              </a:rPr>
              <a:t>TST-001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3931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Instructor: </a:t>
            </a:r>
            <a:r>
              <a:rPr lang="en-US" sz="1200" dirty="0">
                <a:solidFill>
                  <a:srgbClr val="888888"/>
                </a:solidFill>
              </a:rPr>
              <a:t>John Doe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4389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Grade: </a:t>
            </a:r>
            <a:r>
              <a:rPr lang="en-US" sz="1200" dirty="0">
                <a:solidFill>
                  <a:srgbClr val="888888"/>
                </a:solidFill>
              </a:rPr>
              <a:t>{{GRADE}}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