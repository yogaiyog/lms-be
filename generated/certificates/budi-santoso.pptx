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f7bcc41c1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" name="Google Shape;28;g3f7bcc41c1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g3f7bcc41c1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4D8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4D8F"/>
                </a:solidFill>
                <a:latin typeface="Calibri"/>
                <a:ea typeface="Calibri"/>
                <a:cs typeface="Calibri"/>
                <a:sym typeface="Calibri"/>
              </a:rPr>
              <a:t>CERTIFICATE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This is to certify that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6DB5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D6DB5"/>
                </a:solidFill>
                <a:latin typeface="Calibri"/>
                <a:ea typeface="Calibri"/>
                <a:cs typeface="Calibri"/>
                <a:sym typeface="Calibri"/>
              </a:rPr>
              <a:t>Budi Santoso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has successfully completed the course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Scratch Adventurer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457200" y="393192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Date: 7 July 2026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457200" y="438912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Certificate No: JTC-2026-0002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4572000" y="393192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Instructor: John Doe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4572000" y="438912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Grade: A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